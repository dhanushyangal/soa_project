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COLLEGE PROJECT  ·  PS025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91440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BidEasy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>
                <a:solidFill>
                  <a:srgbClr val="E8ECF2"/>
                </a:solidFill>
                <a:latin typeface="Calibri"/>
              </a:rPr>
              <a:t>Real-Time Distributed Bidding
&amp; Auction Clearance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B7C0CC"/>
                </a:solidFill>
                <a:latin typeface="Calibri"/>
              </a:rPr>
              <a:t>Service-Oriented Architecture  ·  Spring Boot Microservices  · 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6949440" cy="1965960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342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E13B3B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6492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Tharak Nagaveti   ·   2400031878
Kishan Kumar   ·   240031205
Neerjakshan   ·   2400031600
Yengala Dharani Kumar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20624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4334256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E13B3B"/>
                </a:solidFill>
                <a:latin typeface="Calibri"/>
              </a:rPr>
              <a:t>FACULTY 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Balajee 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5166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C9D0DA"/>
                </a:solidFill>
                <a:latin typeface="Calibri"/>
              </a:rPr>
              <a:t>Department of
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review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105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Why live auctions break under concurrent bids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105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8346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Six Spring Boot services behind one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105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Money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8346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Hold, release, and capture in integer paise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0507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074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Clerk JWT at the edge, internal tokens inside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40507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Demo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5074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Sign in, bid, outbid, and settle a 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40507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E13B3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50749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What we built and what comes next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2  / 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auctions fail in the last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81328"/>
            <a:ext cx="11338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91440" cy="107899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7393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Race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Two bidders hit the same price at the same moment. The system must accept only one higher bid.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88336"/>
            <a:ext cx="11338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88336"/>
            <a:ext cx="91440" cy="107899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809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Unfunded bids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18688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A bid that is not backed by money fails at the hammer. The seller is left with no payment.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895344"/>
            <a:ext cx="11338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895344"/>
            <a:ext cx="91440" cy="107899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9936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Stuck funds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25696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When someone is outbid, their money must come back immediately so they can bid again.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02352"/>
            <a:ext cx="113385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102352"/>
            <a:ext cx="91440" cy="107899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66944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One winner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32704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Close must pick a single winner, capture that hold, and release every other hold.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3  / 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BidEasy is built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Fair bids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060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A bid is accepted only when it is strictly above the live price plus the minimum increment.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91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Money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6060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Funds are held before the bid is written. No balance means no bid.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691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148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Instant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060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The previous leader’s hold returns to available balance as soon as they are outbid.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2335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48055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One settlement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93775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At close, one capture is written for the winner. Other holds are released.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402335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448055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Split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93775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Auth, auctions, bidding, and payments run as separate Spring Boot services.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402335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E13B3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48055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INR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93775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Amounts are stored as integer paise so rupee math does not drift.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4  / 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gateway, six services, one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44752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27632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Next.js 16  ·  Clerk sign-in  ·  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95728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578608"/>
            <a:ext cx="50292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API Gateway  ·  JWT + CORS  ·  :8080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41C2B"/>
                </a:solidFill>
                <a:latin typeface="Calibri"/>
              </a:rPr>
              <a:t>Eureka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E13B3B"/>
                </a:solidFill>
                <a:latin typeface="Calibri"/>
              </a:rPr>
              <a:t>:8761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3520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41C2B"/>
                </a:solidFill>
                <a:latin typeface="Calibri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40416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E13B3B"/>
                </a:solidFill>
                <a:latin typeface="Calibri"/>
              </a:rPr>
              <a:t>:8081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520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41C2B"/>
                </a:solidFill>
                <a:latin typeface="Calibri"/>
              </a:rPr>
              <a:t>Auction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416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E13B3B"/>
                </a:solidFill>
                <a:latin typeface="Calibri"/>
              </a:rPr>
              <a:t>:8082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3520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41C2B"/>
                </a:solidFill>
                <a:latin typeface="Calibri"/>
              </a:rPr>
              <a:t>Bidding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40416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E13B3B"/>
                </a:solidFill>
                <a:latin typeface="Calibri"/>
              </a:rPr>
              <a:t>:8083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520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41C2B"/>
                </a:solidFill>
                <a:latin typeface="Calibri"/>
              </a:rPr>
              <a:t>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04164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E13B3B"/>
                </a:solidFill>
                <a:latin typeface="Calibri"/>
              </a:rPr>
              <a:t>:8084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48463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77724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PostgreSQL on Supabase  ·  integer paise  ·  shared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>
                <a:solidFill>
                  <a:srgbClr val="5B6778"/>
                </a:solidFill>
                <a:latin typeface="Calibri"/>
              </a:rPr>
              <a:t>The browser talks only to the gateway. Services find each other through Eureka.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5  / 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Each service owns one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8988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Eureka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8761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544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Registry. Every service registers here so the gateway can route by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1284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7744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77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Single entry. Checks the Clerk JWT, applies CORS, forwards /api routes.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3580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3580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004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Profiles. Creates the user record and display name after sign-in.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5876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5876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Auction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2336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8082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233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Lots. Listings, live price, end time, and close into SOLD or CLOSED.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68172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68172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Bidding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84632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8083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463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Paddle. Rejects low bids, asks payment to hold funds, then records the bid.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50468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504688"/>
            <a:ext cx="73152" cy="73152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66928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8084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6692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1C2433"/>
                </a:solidFill>
                <a:latin typeface="Calibri"/>
              </a:rPr>
              <a:t>Wallet. Top-up, hold, release, capture, and an idempotent ledger.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6  / 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BID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bid is accepted only after the wallet 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1709928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6479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23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Clerk issues a JWT. The gateway checks it on every protected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3128" y="1709928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78308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76479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Submit bid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423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Amount must beat the live price plus the lot’s minimum increment.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39328" y="1709928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78308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6479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Hold funds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423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Payment moves that amount from available balance into held balance.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4041647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1479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96511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Take the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754879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Auction updates the current price and the leading bidder.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3128" y="4041647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411479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096511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Release old 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754879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The previous leader’s money returns to available balance at once.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79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4041647"/>
            <a:ext cx="475488" cy="475488"/>
          </a:xfrm>
          <a:prstGeom prst="ellipse">
            <a:avLst/>
          </a:prstGeom>
          <a:solidFill>
            <a:srgbClr val="E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411479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096511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41C2B"/>
                </a:solidFill>
                <a:latin typeface="Calibri"/>
              </a:rPr>
              <a:t>Close the 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754879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One capture for the winner. Every other hold on that lot is released.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7  / 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 ledger actions, stored in paise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788920" cy="9144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830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Top-up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available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01752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Dodo checkout credits available balance after payment succeeds.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508760"/>
            <a:ext cx="2788920" cy="9144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7830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available −   held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01752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Placed before a bid is accepted. Available goes down, held goes 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2788920" cy="9144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7830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held −   available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01752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Outbid, or a losing hold at close. Held returns to 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0876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508760"/>
            <a:ext cx="2788920" cy="9144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7830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141C2B"/>
                </a:solidFill>
                <a:latin typeface="Calibri"/>
              </a:rPr>
              <a:t>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held 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01752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Winner only, once per auction. Held is removed and kept as the sale.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754880"/>
            <a:ext cx="11430000" cy="16002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194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E13B3B"/>
                </a:solidFill>
                <a:latin typeface="Calibri"/>
              </a:rPr>
              <a:t>Why integer paise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9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₹85,000 is stored as 8500000. Every hold, release, and capture uses a unique idempotency key, so a retry cannot charge the same bid twice. Balances cannot go below zero.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8  / 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Public edge and private service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At the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5681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Clerk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The browser sends a Bearer token. The gateway verifies it against Clerk’s JWKS before 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4612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37413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Public 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490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Open lots can be listed without a token. Bids, wallet, and profile require a signed-in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6344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79145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663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The gateway allows the frontend origin on localhost:3000.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13B3B"/>
                </a:solidFill>
                <a:latin typeface="Calibri"/>
              </a:rPr>
              <a:t>Between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5681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Internal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331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Services call each other with X-Internal-Token. Outside clients do not have this secret.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4612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7413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Same Clerk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490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Frontend publishable key and backend issuer belong to one Clerk application.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663440"/>
            <a:ext cx="5623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79145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Row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1663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Supabase row-level policies limit which auction and bid rows a public client can read.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Tables that carry the marketplace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74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Clerk user, display name, onboarded flag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874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wallets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Available and held balance, in paise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74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auctions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Lot, price, leader, status, end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5544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8745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bids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Who bid, how much, accepted or lost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06907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ledger_entries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709159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top_up, hold, release, capture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749039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406907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709159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Dodo checkout and top-up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406907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settlements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709159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One row per closed auction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749039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406907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webhook_events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709159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Dodo events, processed once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  / 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each layer 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8191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Next.js 16, React 19, TypeScript, Tailwind, Clerk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21992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221992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8658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8658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Spring Cloud Gateway, JWT resource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026664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26664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9125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91256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Spring Boot 4, Java 21, OpenFeign, Eureka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31336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831336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9592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99592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PostgreSQL on Supabase, integer paise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636008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636008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0060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00600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Dodo test checkout for wallet top-up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440680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440680"/>
            <a:ext cx="2103120" cy="7132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0527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60527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1C2433"/>
                </a:solidFill>
                <a:latin typeface="Calibri"/>
              </a:rPr>
              <a:t>Public image URL on the lot. Files are not uploaded.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  / 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to show in the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276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Start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299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From soa-bidding-backend, run ./start-all.sh. Eureka is on :8761, gateway on :8080.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276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Start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From soa-bidding, run npm run dev. Open http://localhost:3000.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632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278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301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Clerk login lands on /marketplace. New users set a display name.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2278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Open a 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6301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Live price is in rupees. The next bid must clear the increment.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6634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280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Place a bid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303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Wallet available balance drops and held balance rises.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63440"/>
            <a:ext cx="56692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749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E13B3B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28032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Outbid and 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30368"/>
            <a:ext cx="466344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5B6778"/>
                </a:solidFill>
                <a:latin typeface="Calibri"/>
              </a:rPr>
              <a:t>The old hold releases. At the end time, one winner is captured.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  / 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changes compared with a single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1338560" cy="502920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Single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BidEasy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65960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Bid clash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Last write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48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Increment check plus wallet 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79191"/>
            <a:ext cx="113385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62071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62071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Charge after the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86207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Hold before the bid is accepted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7530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Outbid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7530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Refund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5753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Release on the same request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05656"/>
            <a:ext cx="113385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885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8853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Manual winner pick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885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One capture, other holds released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818888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001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Money math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017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Decimal or 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00176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Integer paise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532120"/>
            <a:ext cx="113385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715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41C2B"/>
                </a:solidFill>
                <a:latin typeface="Calibri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7150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One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715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Gateway plus five services on Eureka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13  / 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73152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645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2062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Working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B6778"/>
                </a:solidFill>
                <a:latin typeface="Calibri"/>
              </a:rPr>
              <a:t>Marketplace, lot room, sell form, wallet, and profile, signed in with Clerk.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2316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Six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2549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B6778"/>
                </a:solidFill>
                <a:latin typeface="Calibri"/>
              </a:rPr>
              <a:t>Eureka, gateway, auth, auction, bidding, and payment start from one 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8328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Safe money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8561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B6778"/>
                </a:solidFill>
                <a:latin typeface="Calibri"/>
              </a:rPr>
              <a:t>Hold before accept, release on outbid, capture once at close.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34340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41C2B"/>
                </a:solidFill>
                <a:latin typeface="Calibri"/>
              </a:rPr>
              <a:t>College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4573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B6778"/>
                </a:solidFill>
                <a:latin typeface="Calibri"/>
              </a:rPr>
              <a:t>Local run on Java 21, shared Supabase, and a documented demo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63040"/>
            <a:ext cx="3566160" cy="379476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91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48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Live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D5DBE3"/>
                </a:solidFill>
                <a:latin typeface="Calibri"/>
              </a:rPr>
              <a:t>WebSocket prices instead of refresh.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63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Own image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D5DBE3"/>
                </a:solidFill>
                <a:latin typeface="Calibri"/>
              </a:rPr>
              <a:t>Upload files instead of pasting a URL.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Queue at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43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D5DBE3"/>
                </a:solidFill>
                <a:latin typeface="Calibri"/>
              </a:rPr>
              <a:t>A broker if many lots end together.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C9D0DA"/>
                </a:solidFill>
                <a:latin typeface="Calibri"/>
              </a:rPr>
              <a:t>BidEasy  ·  PS025  ·  College Project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14  /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>
                <a:solidFill>
                  <a:srgbClr val="D5DBE3"/>
                </a:solidFill>
                <a:latin typeface="Calibri"/>
              </a:rPr>
              <a:t>Questions on the bid path, the wallet ledger, or the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8036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github.com/dhanushyangal/soa_frountend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C9D0DA"/>
                </a:solidFill>
                <a:latin typeface="Calibri"/>
              </a:rPr>
              <a:t>Next.js floor on port 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88036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13B3B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4747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github.com/dhanushyangal/Soa_backand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06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C9D0DA"/>
                </a:solidFill>
                <a:latin typeface="Calibri"/>
              </a:rPr>
              <a:t>Spring Boot services, gateway on 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C9D0DA"/>
                </a:solidFill>
                <a:latin typeface="Calibri"/>
              </a:rPr>
              <a:t>Mentor  ·  Dr. Balajee RM          Project code  ·  PS025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